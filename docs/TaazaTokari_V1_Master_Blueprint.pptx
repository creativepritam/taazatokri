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TaazaTokari • V1 Blueprint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6132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+ LOCKED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640080"/>
            <a:ext cx="4206240" cy="4206240"/>
          </a:xfrm>
          <a:prstGeom prst="ellipse">
            <a:avLst/>
          </a:prstGeom>
          <a:solidFill>
            <a:srgbClr val="1C5B3C">
              <a:alpha val="82000"/>
            </a:srgbClr>
          </a:solidFill>
          <a:ln w="12700">
            <a:solidFill>
              <a:srgbClr val="1C5B3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114800"/>
            <a:ext cx="2926080" cy="2926080"/>
          </a:xfrm>
          <a:prstGeom prst="ellipse">
            <a:avLst/>
          </a:prstGeom>
          <a:solidFill>
            <a:srgbClr val="76C893">
              <a:alpha val="65000"/>
            </a:srgbClr>
          </a:solidFill>
          <a:ln w="12700">
            <a:solidFill>
              <a:srgbClr val="76C89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TaazaTokari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2011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BE2"/>
                </a:solidFill>
              </a:rPr>
              <a:t>V1 Master Blueprint &amp; Product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25786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D6B8"/>
                </a:solidFill>
              </a:rPr>
              <a:t>Customer App • Delivery Partner App • Admin Dashboard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324612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D9F1DF"/>
          </a:solidFill>
          <a:ln w="12700">
            <a:solidFill>
              <a:srgbClr val="D9F1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19272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8A43"/>
                </a:solidFill>
              </a:rPr>
              <a:t>PASS + LOCKED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3886200"/>
            <a:ext cx="7040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Farm-to-home fresh produce ordering, next-morning delivery, area-wise partner assignment, procurement consolidation and COD settlement.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5989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BF"/>
                </a:solidFill>
              </a:rPr>
              <a:t>Prepared from the finalized V1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TaazaTokari V1 is designed around a simple order-first procurement model.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36192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Customer 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847088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A43"/>
                </a:solidFill>
              </a:rPr>
              <a:t>4 tabs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Home • Orders • Cart • Profile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137160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1536192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Delivery 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19272" y="1847088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7CB1"/>
                </a:solidFill>
              </a:rPr>
              <a:t>3 tabs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19272" y="233172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Assigned Orders • History • Profile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60720" y="137160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25312" y="1536192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Admin Panel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25312" y="1847088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340"/>
                </a:solidFill>
              </a:rPr>
              <a:t>10 modules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25312" y="233172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Operational control center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66760" y="137160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31352" y="1536192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Payment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31352" y="1847088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534F"/>
                </a:solidFill>
              </a:rPr>
              <a:t>COD only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531352" y="233172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Online payments deferred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154680"/>
            <a:ext cx="54864" cy="233172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3192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Core business model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3685032"/>
            <a:ext cx="484632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Customer orders first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Procurement from mandi/farmers after order aggregation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Delivery next scheduled morning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Fresh produce does not require conventional stock tracking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943600" y="315468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3154680"/>
            <a:ext cx="54864" cy="233172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3192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V1 design principles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0" y="3685032"/>
            <a:ext cx="489204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Simple before sophisticated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Operational clarity over feature count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Familiar Blinkit/Zepto-like UX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Future-ready architecture without V1 complexity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Three connected surfaces with Admin as the operational control center.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4864" cy="201168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84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Customer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260604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Browse/search products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Cart &amp; checkout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Orders &amp; profile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Notifications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617720" y="141732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417320"/>
            <a:ext cx="54864" cy="292608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5819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Admin 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947672"/>
            <a:ext cx="2606040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Orders &amp; auto-assignment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Purchase requirements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Products/categories/users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Partner payments &amp; settings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503920" y="19202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1920240"/>
            <a:ext cx="54864" cy="201168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084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Delivery Partner App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0" y="2450592"/>
            <a:ext cx="260604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Assigned orders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Navigation &amp; delivery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COD collection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History &amp; earnings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703320" y="2788920"/>
            <a:ext cx="868680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71232" y="2788920"/>
            <a:ext cx="886968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520440" y="23957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E64"/>
                </a:solidFill>
              </a:rPr>
              <a:t>Order + customer context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60920" y="23957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E64"/>
                </a:solidFill>
              </a:rPr>
              <a:t>Assignment + settlement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Locked Business 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Core commercial and operational rules for V1.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361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Order cutoff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" y="18470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A43"/>
                </a:solidFill>
              </a:rPr>
              <a:t>11:00 PM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8952" y="233172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Orders before cutoff → next eligible morning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5361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Delivery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07792" y="18470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7CB1"/>
                </a:solidFill>
              </a:rPr>
              <a:t>7:00–9:30 AM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07792" y="233172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Fixed morning window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92040" y="137160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15361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Minimum order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56632" y="18470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340"/>
                </a:solidFill>
              </a:rPr>
              <a:t>₹50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56632" y="233172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Checkout blocked below ₹50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40880" y="137160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15361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Delivery fee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05472" y="18470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534F"/>
                </a:solidFill>
              </a:rPr>
              <a:t>₹20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05472" y="233172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₹50–₹99; free at ₹100+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89720" y="137160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15361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Payment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54312" y="18470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A43"/>
                </a:solidFill>
              </a:rPr>
              <a:t>COD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354312" y="233172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V1 only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315468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154680"/>
            <a:ext cx="54864" cy="196596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3192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Cancellation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3685032"/>
            <a:ext cx="4846320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Customer can self-cancel only before 11:00 PM. After cutoff the cancellation window is closed.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989320" y="31546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3154680"/>
            <a:ext cx="54864" cy="196596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33192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Freshness model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72200" y="3685032"/>
            <a:ext cx="4892040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Fresh fruits/vegetables are procured after order aggregation, so standard inventory quantity tracking is not mandatory for core fresh produce.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6C893"/>
                </a:solidFill>
              </a:rPr>
              <a:t>01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Customer App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9DF"/>
                </a:solidFill>
              </a:rPr>
              <a:t>Complete shopping journey: discover → order → track → manage profile.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App — Home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The locked home hierarchy keeps shopping fast and the freshness proposition visible.</a:t>
            </a:r>
            <a:endParaRPr lang="en-US" sz="1250" dirty="0"/>
          </a:p>
        </p:txBody>
      </p:sp>
      <p:pic>
        <p:nvPicPr>
          <p:cNvPr id="4" name="Image 0" descr="/mnt/data/a_clean_modern_app_ui_mockup_composed_of_a_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66344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2801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0" y="1280160"/>
            <a:ext cx="54864" cy="192024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1444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Header &amp; Search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0" y="1810512"/>
            <a:ext cx="242316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Logo/name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Selected address + dropdown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Notification + profile shortcut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Text + live suggestions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Voice product search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8412480" y="12801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0" y="1280160"/>
            <a:ext cx="54864" cy="192024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1444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Discovery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95360" y="1810512"/>
            <a:ext cx="242316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Medium scrollable banner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6 category icons in 2 rows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“Is Mausam Mein Taaza”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Regular product sections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486400" y="3520440"/>
            <a:ext cx="5669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0" y="3520440"/>
            <a:ext cx="54864" cy="205740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368503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Six default categories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669280" y="4050792"/>
            <a:ext cx="534924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Sabziyan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Phal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Pooja Samagri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Dairy Products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Seasonal Phal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Seasonal Sabziyan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App — Product &amp; Cart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Familiar quick-commerce product cards with richer nutrition details.</a:t>
            </a:r>
            <a:endParaRPr lang="en-US" sz="1250" dirty="0"/>
          </a:p>
        </p:txBody>
      </p:sp>
      <p:pic>
        <p:nvPicPr>
          <p:cNvPr id="4" name="Image 0" descr="/mnt/data/a_clean_modern_ui_mockup_image_showing_two_side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84632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32588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7840" y="1325880"/>
            <a:ext cx="54864" cy="192024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490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Product Card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0" y="1856232"/>
            <a:ext cx="22402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Image + name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Unit + price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+/− quantity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Nutrition &amp; Details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Out-of-stock state when applicable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8366760" y="132588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66760" y="1325880"/>
            <a:ext cx="54864" cy="192024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49640" y="1490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Product Details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49640" y="1856232"/>
            <a:ext cx="22402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Full screen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Nutrition per 100 g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Vitamins/minerals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Season/source info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Sticky Add to Cart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577840" y="35204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3520440"/>
            <a:ext cx="54864" cy="205740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3685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Cart rules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760720" y="4050792"/>
            <a:ext cx="502920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Address preview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Instant quantity/total updates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Items Total → Delivery Charge → Discount → Grand Total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Proceed to Checkout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No wallet/rewards/platform-fee clutter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App — Checkout to Delivery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A short, deterministic order flow with no manual approval step.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8483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Checkout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" y="2395728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A43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0392" y="288036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Address • date • COD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2633472"/>
            <a:ext cx="502920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208483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Save order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36392" y="2395728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A43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36392" y="288036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Database first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633472"/>
            <a:ext cx="502920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57800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208483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Order 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22392" y="2395728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A43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22392" y="288036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Generated after save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95160" y="2633472"/>
            <a:ext cx="502920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08392" y="208483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Confirmation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08392" y="2395728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A43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708392" y="288036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View Order / Continue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81160" y="2633472"/>
            <a:ext cx="502920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94392" y="208483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Delivery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94392" y="2395728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7CB1"/>
                </a:solidFill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994392" y="288036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7:00–9:30 AM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" y="397764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3977640"/>
            <a:ext cx="54864" cy="155448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14223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Order Confirmation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68680" y="4507992"/>
            <a:ext cx="48006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Order ID, expected delivery date/window, COD, final payable amount, View Order and Continue Shopping. Full item list is not repeated.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080760" y="397764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3977640"/>
            <a:ext cx="54864" cy="1554480"/>
          </a:xfrm>
          <a:prstGeom prst="rect">
            <a:avLst/>
          </a:prstGeom>
          <a:solidFill>
            <a:srgbClr val="D8534F"/>
          </a:solidFill>
          <a:ln w="12700">
            <a:solidFill>
              <a:srgbClr val="D853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414223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Failure protection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63640" y="4507992"/>
            <a:ext cx="48006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If database save fails, success is never shown. Order confirmation means the order was successfully received and recorded.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App — Orders, Notifications &amp; Profile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Simple self-service after checkout.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54864" cy="205740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90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My Orders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30175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Active Orders / Past Orders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Order cards with status + short preview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Order Details with full bill/address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Progress: Placed → Confirmed → Out for Delivery → Delivered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160520" y="132588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325880"/>
            <a:ext cx="54864" cy="205740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490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Notifications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1856232"/>
            <a:ext cx="30175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Order updates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Cancellation/refund when applicable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Offers &amp; seasonal alerts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Service updates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Unread badge + deep link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26680" y="132588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325880"/>
            <a:ext cx="54864" cy="205740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490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Profile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09560" y="1856232"/>
            <a:ext cx="30175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Basic profile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Saved addresses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Help &amp; Support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Settings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Logout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94360" y="37033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703320"/>
            <a:ext cx="54864" cy="169164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679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Saved Address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233672"/>
            <a:ext cx="493776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Home/Work/Other • default badge • sector/block selection • landmark • one optional landmark photo • Edit/Delete/Add New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080760" y="370332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3703320"/>
            <a:ext cx="54864" cy="169164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8679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Help &amp; Support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63640" y="4233672"/>
            <a:ext cx="466344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Call + WhatsApp + order-related help + FAQ. No live chat or heavy ticket workflow in V1.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6C893"/>
                </a:solidFill>
              </a:rPr>
              <a:t>02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Delivery Partner App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9DF"/>
                </a:solidFill>
              </a:rPr>
              <a:t>Minimal operations app for assigned deliveries, cash collection and partner earnings.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Partner App — Core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Admin-created accounts, three-tab navigation and action-focused delivery details.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54864" cy="196596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44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Login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2926080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Admin creates/approves partner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Registered Mobile + OTP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No public signup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Unknown numbers blocked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069080" y="128016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9080" y="1280160"/>
            <a:ext cx="54864" cy="196596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444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Assigned Orders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51960" y="1810512"/>
            <a:ext cx="2926080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Total Assigned / Pending / Delivered Today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Order cards sorted by earliest priority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View Order + optional Call Customer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543800" y="128016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1280160"/>
            <a:ext cx="54864" cy="196596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444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Order Details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26680" y="1810512"/>
            <a:ext cx="2926080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Full address + landmark/photo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Call Customer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Open in Maps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COD amount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Short item list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60120" y="4023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C28"/>
                </a:solidFill>
              </a:rPr>
              <a:t>Assigned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423160" y="4187952"/>
            <a:ext cx="1828800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343400" y="4023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7CB1"/>
                </a:solidFill>
              </a:rPr>
              <a:t>Out for Delivery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92240" y="4187952"/>
            <a:ext cx="1783080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366760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8A43"/>
                </a:solidFill>
              </a:rPr>
              <a:t>Delivered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4892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64"/>
                </a:solidFill>
              </a:rPr>
              <a:t>Delivered requires confirmation: “Payment received and order delivered?”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Partner App — Exceptions, History &amp; Earnings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Only the minimum operational states needed for V1.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54864" cy="2194560"/>
          </a:xfrm>
          <a:prstGeom prst="rect">
            <a:avLst/>
          </a:prstGeom>
          <a:solidFill>
            <a:srgbClr val="D8534F"/>
          </a:solidFill>
          <a:ln w="12700">
            <a:solidFill>
              <a:srgbClr val="D853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904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Unable to Deliver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297180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Call Customer first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Choose reason: unavailable / not reachable / address issue / refused / other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Optional short note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Submit → Admin Review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160520" y="132588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325880"/>
            <a:ext cx="54864" cy="219456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4904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History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1856232"/>
            <a:ext cx="297180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Total Assigned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Delivered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Cancelled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Payable Deliveries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Filters: All / Delivered / Cancelled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26680" y="132588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325880"/>
            <a:ext cx="54864" cy="219456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4904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Earning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09560" y="1856232"/>
            <a:ext cx="297180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Delivered Orders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Payable Deliveries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Per Delivery Rate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Estimated Payable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Paid / Pending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886200"/>
            <a:ext cx="54864" cy="150876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5079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COD Settlement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416552"/>
            <a:ext cx="48006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COD Collected Today • Pending to Submit • Settled. Partner submits cash offline/manual; Admin marks settlement.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989320" y="3886200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3886200"/>
            <a:ext cx="54864" cy="1508760"/>
          </a:xfrm>
          <a:prstGeom prst="rect">
            <a:avLst/>
          </a:prstGeom>
          <a:solidFill>
            <a:srgbClr val="D8534F"/>
          </a:solidFill>
          <a:ln w="12700">
            <a:solidFill>
              <a:srgbClr val="D853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405079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Explicitly out of V1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72200" y="4416552"/>
            <a:ext cx="470916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No delivery OTP, signature, photo proof, masked calling, wallet, withdrawals, bonus graphs or complex payout history.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6C893"/>
                </a:solidFill>
              </a:rPr>
              <a:t>03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Admin Dashboard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9DF"/>
                </a:solidFill>
              </a:rPr>
              <a:t>Desktop operational control center for orders, procurement, catalog, partners and settlement.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Dashboard — Visual Direction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Clean green-accented desktop UI with sidebar, filters, tables and status badges.</a:t>
            </a:r>
            <a:endParaRPr lang="en-US" sz="1250" dirty="0"/>
          </a:p>
        </p:txBody>
      </p:sp>
      <p:pic>
        <p:nvPicPr>
          <p:cNvPr id="4" name="Image 0" descr="/mnt/data/a_clean_modern_admin_dashboard_ui_mockup_for_ta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11155680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Dashboard — V1 Modules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Dashboard home stays lightweight; deep management lives in dedicated modules.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61872"/>
            <a:ext cx="54864" cy="786384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264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92224"/>
            <a:ext cx="4846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Daily snapshot + shortcuts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126480" y="1261872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261872"/>
            <a:ext cx="54864" cy="786384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264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Orders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1792224"/>
            <a:ext cx="4846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Order operations + assignment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94360" y="2221992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221992"/>
            <a:ext cx="54864" cy="786384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3865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Purchase Requirement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2752344"/>
            <a:ext cx="4846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Consolidated procurement list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26480" y="2221992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221992"/>
            <a:ext cx="54864" cy="786384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3865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Products / Inventory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2752344"/>
            <a:ext cx="4846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Fresh + inventory-based catalog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94360" y="3182112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182112"/>
            <a:ext cx="54864" cy="786384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3467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Categories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3712464"/>
            <a:ext cx="4846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Main + optional subcategories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126480" y="3182112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3182112"/>
            <a:ext cx="54864" cy="786384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3467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Customers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3712464"/>
            <a:ext cx="4846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User details + account status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94360" y="4142232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142232"/>
            <a:ext cx="54864" cy="786384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3068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Delivery Partners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7240" y="4672584"/>
            <a:ext cx="4846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Partner setup + area mapping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126480" y="4142232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4142232"/>
            <a:ext cx="54864" cy="786384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3068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COD &amp; Partner Payment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09360" y="4672584"/>
            <a:ext cx="4846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Cash settlement + payouts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594360" y="5102352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5102352"/>
            <a:ext cx="54864" cy="786384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2669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Notifications / Offers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77240" y="5632704"/>
            <a:ext cx="4846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Banners + notifications + offers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6126480" y="5102352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5102352"/>
            <a:ext cx="54864" cy="786384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52669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Settings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309360" y="5632704"/>
            <a:ext cx="4846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Business rules + areas + admin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Orders &amp; Auto Assignment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Orders are assigned by structured delivery geography, with manual override only when needed.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063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54864" cy="210312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90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Area hierarchy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274320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City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→ Sector / Area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→ Block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→ 1 primary active delivery partner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069080" y="1325880"/>
            <a:ext cx="3063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9080" y="1325880"/>
            <a:ext cx="54864" cy="210312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490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Order matching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51960" y="1856232"/>
            <a:ext cx="274320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Customer saved address uses dropdown/select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System reads Sector + Block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Mapped partner auto-assigned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543800" y="1325880"/>
            <a:ext cx="3063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1325880"/>
            <a:ext cx="54864" cy="2103120"/>
          </a:xfrm>
          <a:prstGeom prst="rect">
            <a:avLst/>
          </a:prstGeom>
          <a:solidFill>
            <a:srgbClr val="D8534F"/>
          </a:solidFill>
          <a:ln w="12700">
            <a:solidFill>
              <a:srgbClr val="D853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490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Fallback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26680" y="1856232"/>
            <a:ext cx="274320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No mapping → Unassigned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Shows in Attention Required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Admin can Assign / Change Partner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703320" y="2359152"/>
            <a:ext cx="320040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78040" y="2359152"/>
            <a:ext cx="320040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" y="3886200"/>
            <a:ext cx="10058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886200"/>
            <a:ext cx="54864" cy="150876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50792"/>
            <a:ext cx="9738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Orders screen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416552"/>
            <a:ext cx="973836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Filters: status, Sector, Block, Delivery Partner, Delivery Date • Table: Order ID, Customer, Delivery Date/Time, Amount, COD, Sector/Block, Assigned Partner, Status, View Details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Purchase Requirement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Customer orders become a procurement-ready consolidated list.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54864" cy="201168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90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Input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260604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Delivery Date selector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Relevant customer orders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System-calculated only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566160" y="2331720"/>
            <a:ext cx="548640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60520" y="13258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325880"/>
            <a:ext cx="54864" cy="201168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490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Aggregation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43400" y="1856232"/>
            <a:ext cx="260604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Category-wise grouping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Product total quantity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Unit preserved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Number of orders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132320" y="2331720"/>
            <a:ext cx="548640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26680" y="13258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1325880"/>
            <a:ext cx="54864" cy="201168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490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Output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09560" y="1856232"/>
            <a:ext cx="260604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View Related Orders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Procurement-friendly Print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CSV/Excel Export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94360" y="37947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794760"/>
            <a:ext cx="54864" cy="155448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5935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Key rule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325112"/>
            <a:ext cx="48006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Incompatible units never merge. Manual quantity editing is not allowed because requirements are derived from actual orders.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989320" y="3794760"/>
            <a:ext cx="4663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3794760"/>
            <a:ext cx="54864" cy="1554480"/>
          </a:xfrm>
          <a:prstGeom prst="rect">
            <a:avLst/>
          </a:prstGeom>
          <a:solidFill>
            <a:srgbClr val="D8534F"/>
          </a:solidFill>
          <a:ln w="12700">
            <a:solidFill>
              <a:srgbClr val="D853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95935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Privacy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72200" y="4325112"/>
            <a:ext cx="43434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Printed procurement lists contain date, category and product totals only—no customer personal details.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Catalog, Categories &amp; Customers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Simple management surfaces that support the locked customer experience.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98448"/>
            <a:ext cx="54864" cy="233172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Products / Inventory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297180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Image • name • category • unit • price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Fresh vs Inventory-based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Available / Out of Stock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Active / Inactive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Nutrition • seasonal • source/origin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Stock quantity only when Inventory-based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160520" y="1298448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298448"/>
            <a:ext cx="54864" cy="233172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Categories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1828800"/>
            <a:ext cx="297180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6 default categories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Add/Edit/Rename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Image/Icon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Reorder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Active/Inactive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Optional subcategories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Prefer Inactive over hard delete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26680" y="1298448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298448"/>
            <a:ext cx="54864" cy="233172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Customers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09560" y="1828800"/>
            <a:ext cx="297180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Search Name/Mobile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All/Active/Blocked/New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Default area + order counts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Saved addresses + history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Admin mainly View + Active/Blocked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Partners, Earnings &amp; COD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Partner operations and settlement stay connected but intentionally simple.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54864" cy="233172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904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Partner Management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297180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Name / Mobile / Partner ID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Sector + Block assignment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1 primary partner per Block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Active orders + delivery counts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Change Area • Active/Inactive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160520" y="132588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325880"/>
            <a:ext cx="54864" cy="233172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4904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Partner Payment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1856232"/>
            <a:ext cx="297180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Payable Deliveries × Per Delivery Rate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Estimated payable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Paid / Pending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Admin marks Paid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26680" y="132588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325880"/>
            <a:ext cx="54864" cy="233172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4904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COD Settlement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09560" y="1856232"/>
            <a:ext cx="297180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COD Collected − Submitted = Pending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Pending / Settled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Cash handover can be manual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Admin marks Settled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097280" y="42976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34F"/>
                </a:solidFill>
              </a:rPr>
              <a:t>No partial settlement • no wallet • no automatic payout • no bank reconciliation in V1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Notifications, Settings &amp; Admin Access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Business controls only—technical controls stay out of the V1 UI.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54864" cy="242316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44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Notifications / Offers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2926080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Banners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Manual promotional / seasonal / service notifications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Simple offers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All customers or specific area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Order-status notifications remain system-driven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069080" y="128016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9080" y="1280160"/>
            <a:ext cx="54864" cy="242316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444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Settings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51960" y="1810512"/>
            <a:ext cx="2926080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Business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Orders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Delivery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Payment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Notifications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Admin Account / Security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543800" y="128016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1280160"/>
            <a:ext cx="54864" cy="242316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444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Admin Access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26680" y="1810512"/>
            <a:ext cx="2926080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Email or Mobile + Password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Forgot Password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Multiple Admin accounts allowed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Single Admin role in V1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No Super Admin discussion in V1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94360" y="4069080"/>
            <a:ext cx="10195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069080"/>
            <a:ext cx="54864" cy="141732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336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Area Management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599432"/>
            <a:ext cx="9875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Settings → Delivery Settings → City → Sector/Area → Block. Admin can add/edit/activate/deactivate and see/change mapped delivery partner. Customer address selection uses the same master data.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Operating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How the three systems work together on a normal delivery day.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234440" cy="15087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03911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Customer orders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" y="2350008"/>
            <a:ext cx="905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A43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7512" y="283464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46504" y="2633472"/>
            <a:ext cx="173736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47672" y="1874520"/>
            <a:ext cx="1234440" cy="15087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2264" y="203911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Order saved + 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12264" y="2350008"/>
            <a:ext cx="905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A43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12264" y="283464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91256" y="2633472"/>
            <a:ext cx="173736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92424" y="1874520"/>
            <a:ext cx="1234440" cy="15087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203911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Partner auto-assigned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57016" y="2350008"/>
            <a:ext cx="905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A43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57016" y="283464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36008" y="2633472"/>
            <a:ext cx="173736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37176" y="1874520"/>
            <a:ext cx="1234440" cy="15087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203911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Purchase requirement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01768" y="2350008"/>
            <a:ext cx="905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340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001768" y="283464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2633472"/>
            <a:ext cx="173736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81928" y="1874520"/>
            <a:ext cx="1234440" cy="15087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03911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Mandi/Farmer procurement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2350008"/>
            <a:ext cx="905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340"/>
                </a:solidFill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46520" y="283464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25512" y="2633472"/>
            <a:ext cx="173736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26680" y="1874520"/>
            <a:ext cx="1234440" cy="15087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91272" y="203911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Out for delivery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91272" y="2350008"/>
            <a:ext cx="905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7CB1"/>
                </a:solidFill>
              </a:rPr>
              <a:t>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891272" y="283464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970264" y="2633472"/>
            <a:ext cx="173736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71432" y="1874520"/>
            <a:ext cx="1234440" cy="15087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36024" y="203911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COD delivered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36024" y="2350008"/>
            <a:ext cx="905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7CB1"/>
                </a:solidFill>
              </a:rPr>
              <a:t>7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336024" y="283464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415016" y="2633472"/>
            <a:ext cx="173736" cy="0"/>
          </a:xfrm>
          <a:prstGeom prst="line">
            <a:avLst/>
          </a:prstGeom>
          <a:noFill/>
          <a:ln w="25400">
            <a:solidFill>
              <a:srgbClr val="168A43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616184" y="1874520"/>
            <a:ext cx="1234440" cy="15087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80776" y="203911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Settlement + history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780776" y="2350008"/>
            <a:ext cx="905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8"/>
                </a:solidFill>
              </a:rPr>
              <a:t>8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0780776" y="283464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" y="41605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4160520"/>
            <a:ext cx="54864" cy="123444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32511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Procurement loop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22960" y="4690872"/>
            <a:ext cx="49834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Orders → delivery date → category/product aggregation → print/export → procurement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6217920" y="41605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4160520"/>
            <a:ext cx="54864" cy="123444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432511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Cash/payment loop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400800" y="4690872"/>
            <a:ext cx="49834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Delivered COD → partner collection → cash submission → Admin settlement + partner payment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V1 Scope Guardrails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Items intentionally excluded to protect simplicity and speed.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54864" cy="347472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Not in Customer V1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2926080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Online payments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Rewards/wallet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Complex onboarding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Voice order commands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Heavy health claims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Advanced tax configuration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069080" y="132588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9080" y="1325880"/>
            <a:ext cx="54864" cy="347472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Not in Delivery V1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51960" y="1856232"/>
            <a:ext cx="2926080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Masked calling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OTP/photo/signature delivery proof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Attendance/rating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Wallet/withdrawal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Bonus/incentive graphs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Complex ticketing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543800" y="132588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1325880"/>
            <a:ext cx="54864" cy="3474720"/>
          </a:xfrm>
          <a:prstGeom prst="rect">
            <a:avLst/>
          </a:prstGeom>
          <a:solidFill>
            <a:srgbClr val="D8534F"/>
          </a:solidFill>
          <a:ln w="12700">
            <a:solidFill>
              <a:srgbClr val="D853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Not in Admin V1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26680" y="1856232"/>
            <a:ext cx="2926080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Super Admin role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Advanced CRM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Marketing automation / A/B tests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Complex settlement/reconciliation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Technical API/server controls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Heavy analytics dashboards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V1 Readiness &amp; Next Phase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4"/>
                </a:solidFill>
              </a:rPr>
              <a:t>Functional planning is complete; the next phase is design specification and implementation planning.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81912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Customer 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1892808"/>
            <a:ext cx="2642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A43"/>
                </a:solidFill>
              </a:rPr>
              <a:t>PASS + LOCKED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6112" y="2377440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Functional blueprint complete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60520" y="141732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1581912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Delivery 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25112" y="1892808"/>
            <a:ext cx="2642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7CB1"/>
                </a:solidFill>
              </a:rPr>
              <a:t>PASS + LOCKED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25112" y="2377440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Functional blueprint complete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89520" y="141732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4112" y="1581912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64"/>
                </a:solidFill>
              </a:rPr>
              <a:t>Admin Panel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54112" y="1892808"/>
            <a:ext cx="2642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340"/>
                </a:solidFill>
              </a:rPr>
              <a:t>PASS + LOCKED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754112" y="2377440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E64"/>
                </a:solidFill>
              </a:rPr>
              <a:t>Functional blueprint complete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246120"/>
            <a:ext cx="54864" cy="1920240"/>
          </a:xfrm>
          <a:prstGeom prst="rect">
            <a:avLst/>
          </a:prstGeom>
          <a:solidFill>
            <a:srgbClr val="168A43"/>
          </a:solidFill>
          <a:ln w="12700">
            <a:solidFill>
              <a:srgbClr val="168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071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Recommended next deliverables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776472"/>
            <a:ext cx="443484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High-fidelity UI screens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API &amp; database design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User stories / development backlog</a:t>
            </a:r>
            <a:endParaRPr lang="en-US" sz="1080" dirty="0"/>
          </a:p>
          <a:p>
            <a:r>
              <a:rPr lang="en-US" sz="1080" dirty="0">
                <a:solidFill>
                  <a:srgbClr val="5B6E64"/>
                </a:solidFill>
              </a:rPr>
              <a:t>Test cases / UAT checklist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806440" y="324612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3246120"/>
            <a:ext cx="54864" cy="1920240"/>
          </a:xfrm>
          <a:prstGeom prst="rect">
            <a:avLst/>
          </a:prstGeom>
          <a:solidFill>
            <a:srgbClr val="D8534F"/>
          </a:solidFill>
          <a:ln w="12700">
            <a:solidFill>
              <a:srgbClr val="D853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41071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8"/>
                </a:solidFill>
              </a:rPr>
              <a:t>Implementation principle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89320" y="3776472"/>
            <a:ext cx="443484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80" dirty="0">
                <a:solidFill>
                  <a:srgbClr val="5B6E64"/>
                </a:solidFill>
              </a:rPr>
              <a:t>Do not reopen locked V1 decisions unless a real technical, legal or operational constraint requires a deliberate change.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TaazaTokari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TaazaTokari V1 Master Blueprint</dc:title>
  <dc:subject>TaazaTokari V1 Master Blueprint</dc:subject>
  <dc:creator>OpenAI</dc:creator>
  <cp:lastModifiedBy>OpenAI</cp:lastModifiedBy>
  <cp:revision>1</cp:revision>
  <dcterms:created xsi:type="dcterms:W3CDTF">2026-10-18T19:32:28Z</dcterms:created>
  <dcterms:modified xsi:type="dcterms:W3CDTF">2026-10-18T19:32:28Z</dcterms:modified>
</cp:coreProperties>
</file>